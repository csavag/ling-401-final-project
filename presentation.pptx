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99" d="100"/>
          <a:sy n="99" d="100"/>
        </p:scale>
        <p:origin x="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081E-A2BB-49E9-B52A-07B7CBBEB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8C770-1F5C-38A1-C8D1-0BF80CC01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E0CD0-27D8-3983-1470-3FC90EB4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CBEC3-1EF8-353C-3E1D-1E36511F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47612-E790-AF13-2661-80C33DC12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98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A214-E58A-6837-285B-0FB66CF5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42C4C-1C74-AB78-AB8E-F64DC1527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46F4C-CE08-9FA1-178C-C7832F37F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8855D-2B3B-39E2-14F5-0951AEB3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16C39-77F5-4662-0D58-9BE42CD3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4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0ABC-19D0-B639-A306-30A3EC09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E83F1-B37C-6031-2E20-7DE4FB281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6887-3BF8-CB6B-D326-3B0564DC9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4365F-A364-AA02-3F00-A6BCBA5D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006E7-97D3-D8EB-55A9-0987F84D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0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BB4B3-1178-2DE4-3C81-6F0135900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1187D-294F-15BF-E008-054D69E32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88A6A-12BE-9E9E-64B7-075929CAA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476C9-63FA-5B38-0441-8B1FEA568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00F71-8F7D-40ED-FFBB-E490BECE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C8002-6F0B-C6C5-D3E1-49E17F50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2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2EB5-634F-E1E8-3EC8-562EBE5F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258F0-2C83-1132-6F3A-A6047BD43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09128-E769-ACD2-EAFE-8956499AA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3094E-830A-0531-9F7D-BDCF518F6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DE344-DE9D-0644-EB48-464235742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C500C-82BE-B471-C6FD-AF319640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7C2B5-F025-AAE1-357A-ECA82E1BA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2C3BA-DE33-A4EE-D5BD-33BF6090C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4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C4A2-F138-16A4-8596-9DF57904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142A5-BD5C-1AAC-A522-6DA6AC79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53021-88C5-47D4-DD9B-A84642BC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43FE-906A-6F17-ABF6-58A27788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30A8C-473B-EB42-7073-A7252E8E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7283C-16D3-F2EE-4BC6-315F12EFB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15E65-F90C-8D29-3249-875BE070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73F1-039A-4039-207A-A177D1FE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622C5-C815-5631-1560-686E74D0A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7035D-3030-4F15-591D-E90C93509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CBCF1-C787-EC82-86FD-C3DA979E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08C6-EF99-C04C-FC16-CE3E86F5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E59EB-651F-A9C8-5A29-E878FB60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3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774D1-E2D2-6E4D-44AB-89354D56C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6BE1EE-BB65-B6AD-4D88-104DAC797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675BD-F274-A53A-6C05-803B9253A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DFAA8-7E1D-AF6F-952D-BA23AFD2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F9D82-F560-F034-23DF-CBE690E6D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E4AB8-B334-61AB-0FD9-299F8AD8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6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6D34-A6E5-5802-5AE8-9A4817CF2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0C652-FE0F-A1D4-1AD8-792D8C0B3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F3252-05CA-1950-4EFE-8091E6EA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92E13-F7F9-DFAC-05F0-6FDFD3E3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61FF8-899E-0B17-934E-B0AC1907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5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72FAB7-D75E-3E9C-DD11-135DCE1FE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40FE7-6A67-F3F0-0D58-D5002F8CA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BEF64-9F0E-7200-431E-8C494FA8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0F101-56CD-32CE-E803-1EBB69D5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66E0B-CF08-8D89-AC91-0209541B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3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BE119B-E916-2725-1EFD-F033609C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9A167-E59E-3706-AD84-EC7E2F2DD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F8DD1-3D90-481F-AC7D-D219A0850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21778-CAA7-4812-B575-B904FAC042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F299E-D29C-608F-BACC-AE4A7335C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BF5DF-19DF-D364-D6B1-CCCFEC5C0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DC957C-526A-43DF-B22E-4D301C4AA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5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0D147-7C90-F8F4-9B80-667F3E22EF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Tolkien is cool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C9D64-D936-C620-F083-3700856A90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Also I like his books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Colin Savage</a:t>
            </a:r>
          </a:p>
        </p:txBody>
      </p:sp>
    </p:spTree>
    <p:extLst>
      <p:ext uri="{BB962C8B-B14F-4D97-AF65-F5344CB8AC3E}">
        <p14:creationId xmlns:p14="http://schemas.microsoft.com/office/powerpoint/2010/main" val="4168743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9D0B54-80FF-35C3-0357-F13143DC3A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1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A0F5B-B570-D70E-FCA4-BB351659D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E7DCD8-1675-DAA6-A0CE-847346E2D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9E44A1-D302-9A91-931D-4E723AE5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EE0A16-5295-D3A6-0E32-83AB53A64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85"/>
            <a:ext cx="12192000" cy="678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108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C8BD5-A8C2-D5D7-DD85-68E34CB1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7B3A844-739C-FFC8-4F58-3CFD3B5C22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82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CDB6B-03A9-7008-7D15-F92CCA02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D8B8DE-7C84-7854-5ED1-D109FC05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7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A8EDE-6185-7BED-FE2D-174BE3B7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DF1CD3-8DCF-2367-7716-DE8D7BE26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096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6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82244-D0FD-19C5-4F2E-BAB82D16A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7AF043D-460E-C28F-05A3-EEAAB6499E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627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CE7DC-E00C-F3CB-5B0F-E0434D5EE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2AB23E-AB87-45EF-62D3-7210C57A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7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8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6380D-14B3-9EB9-0411-774D9927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0A3EC57-42FB-10B0-8A68-4B49C079B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64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065F9-F0B7-3BEA-ECD9-52558EC5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E34E22C-6CE3-7203-66DE-A37461B38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65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27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A19B37-34ED-7099-4042-0664F52B9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2A81B5-EE1A-56B0-A154-A71B77DE4647}"/>
              </a:ext>
            </a:extLst>
          </p:cNvPr>
          <p:cNvSpPr/>
          <p:nvPr/>
        </p:nvSpPr>
        <p:spPr>
          <a:xfrm>
            <a:off x="-116378" y="-141316"/>
            <a:ext cx="12469091" cy="7423265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4D3776-0602-E915-3D05-D7BB81EE8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CE4237-AD7C-C37A-F59F-28BA2FDC8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43" y="2292291"/>
            <a:ext cx="11951314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82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</Words>
  <Application>Microsoft Office PowerPoint</Application>
  <PresentationFormat>Widescreen</PresentationFormat>
  <Paragraphs>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Tolkien is cool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Savage</dc:creator>
  <cp:lastModifiedBy>Colin Savage</cp:lastModifiedBy>
  <cp:revision>1</cp:revision>
  <dcterms:created xsi:type="dcterms:W3CDTF">2025-12-09T06:35:49Z</dcterms:created>
  <dcterms:modified xsi:type="dcterms:W3CDTF">2025-12-09T06:43:15Z</dcterms:modified>
</cp:coreProperties>
</file>